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7559675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6" d="100"/>
          <a:sy n="96" d="100"/>
        </p:scale>
        <p:origin x="4196" y="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1940" y="2320447"/>
            <a:ext cx="692063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27C4EA27-98A5-6A41-44D1-FAA7093B6309}"/>
              </a:ext>
            </a:extLst>
          </p:cNvPr>
          <p:cNvSpPr/>
          <p:nvPr/>
        </p:nvSpPr>
        <p:spPr>
          <a:xfrm>
            <a:off x="650" y="-7865"/>
            <a:ext cx="7560000" cy="648000"/>
          </a:xfrm>
          <a:prstGeom prst="rect">
            <a:avLst/>
          </a:prstGeom>
          <a:solidFill>
            <a:srgbClr val="E849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3" name="Rectangle 1">
            <a:extLst>
              <a:ext uri="{FF2B5EF4-FFF2-40B4-BE49-F238E27FC236}">
                <a16:creationId xmlns:a16="http://schemas.microsoft.com/office/drawing/2014/main" id="{310548E9-362F-DE7E-5E64-6357B2C478D7}"/>
              </a:ext>
            </a:extLst>
          </p:cNvPr>
          <p:cNvSpPr/>
          <p:nvPr/>
        </p:nvSpPr>
        <p:spPr>
          <a:xfrm rot="10800000" flipV="1">
            <a:off x="650" y="10439813"/>
            <a:ext cx="7560000" cy="252000"/>
          </a:xfrm>
          <a:prstGeom prst="rect">
            <a:avLst/>
          </a:prstGeom>
          <a:solidFill>
            <a:srgbClr val="E849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595230D7-709A-2E41-64C3-75AAB716AA70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87890" y="85630"/>
            <a:ext cx="1152395" cy="464519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56459" y="48029"/>
            <a:ext cx="5555293" cy="6664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6BD0B6C9-93BA-D097-0487-5C37DEE879E9}"/>
              </a:ext>
            </a:extLst>
          </p:cNvPr>
          <p:cNvSpPr txBox="1"/>
          <p:nvPr userDrawn="1"/>
        </p:nvSpPr>
        <p:spPr>
          <a:xfrm>
            <a:off x="2555311" y="10450788"/>
            <a:ext cx="24490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000" dirty="0">
                <a:solidFill>
                  <a:schemeClr val="bg1"/>
                </a:solidFill>
                <a:latin typeface="Aptos" panose="020B0004020202020204" pitchFamily="34" charset="0"/>
              </a:rPr>
              <a:t>2026 </a:t>
            </a:r>
            <a:r>
              <a:rPr kumimoji="1" lang="en-US" altLang="ja-JP" sz="1000" dirty="0" err="1">
                <a:solidFill>
                  <a:schemeClr val="bg1"/>
                </a:solidFill>
                <a:latin typeface="Aptos" panose="020B0004020202020204" pitchFamily="34" charset="0"/>
              </a:rPr>
              <a:t>Altenergy</a:t>
            </a:r>
            <a:r>
              <a:rPr kumimoji="1" lang="en-US" altLang="ja-JP" sz="1000" dirty="0">
                <a:solidFill>
                  <a:schemeClr val="bg1"/>
                </a:solidFill>
                <a:latin typeface="Aptos" panose="020B0004020202020204" pitchFamily="34" charset="0"/>
              </a:rPr>
              <a:t>, Inc. All Rights Reserved</a:t>
            </a:r>
            <a:endParaRPr kumimoji="1" lang="ja-JP" altLang="en-US" sz="10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000" b="1" kern="1200">
          <a:solidFill>
            <a:schemeClr val="bg1"/>
          </a:solidFill>
          <a:latin typeface="Meiryo UI" panose="020B0604030504040204" pitchFamily="50" charset="-128"/>
          <a:ea typeface="Meiryo UI" panose="020B0604030504040204" pitchFamily="50" charset="-128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0</Words>
  <Application>Microsoft Office PowerPoint</Application>
  <PresentationFormat>ユーザー設定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Meiryo UI</vt:lpstr>
      <vt:lpstr>Aptos</vt:lpstr>
      <vt:lpstr>Arial</vt:lpstr>
      <vt:lpstr>Calibri</vt:lpstr>
      <vt:lpstr>Office Theme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田中 圭亮</cp:lastModifiedBy>
  <cp:revision>4</cp:revision>
  <dcterms:created xsi:type="dcterms:W3CDTF">2013-01-27T09:14:16Z</dcterms:created>
  <dcterms:modified xsi:type="dcterms:W3CDTF">2026-03-27T01:01:09Z</dcterms:modified>
  <cp:category/>
</cp:coreProperties>
</file>